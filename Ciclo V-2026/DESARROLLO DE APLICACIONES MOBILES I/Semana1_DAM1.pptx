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94" r:id="rId4"/>
    <p:sldId id="295" r:id="rId5"/>
    <p:sldId id="296" r:id="rId6"/>
    <p:sldId id="300" r:id="rId7"/>
    <p:sldId id="297" r:id="rId8"/>
    <p:sldId id="301" r:id="rId9"/>
    <p:sldId id="298" r:id="rId10"/>
    <p:sldId id="299" r:id="rId11"/>
    <p:sldId id="303" r:id="rId12"/>
    <p:sldId id="304" r:id="rId13"/>
    <p:sldId id="305" r:id="rId14"/>
    <p:sldId id="284" r:id="rId15"/>
    <p:sldId id="273" r:id="rId1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8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4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(1 línea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>
            <a:spLocks noGrp="1"/>
          </p:cNvSpPr>
          <p:nvPr>
            <p:ph type="ctrTitle" hasCustomPrompt="1"/>
          </p:nvPr>
        </p:nvSpPr>
        <p:spPr>
          <a:xfrm rot="16200000">
            <a:off x="-1827213" y="3141663"/>
            <a:ext cx="5521325" cy="482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000" baseline="0">
                <a:solidFill>
                  <a:schemeClr val="bg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96238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(2 líneas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>
            <a:spLocks noGrp="1"/>
          </p:cNvSpPr>
          <p:nvPr>
            <p:ph type="ctrTitle" hasCustomPrompt="1"/>
          </p:nvPr>
        </p:nvSpPr>
        <p:spPr>
          <a:xfrm rot="16200000">
            <a:off x="-1597818" y="2912265"/>
            <a:ext cx="5521325" cy="941391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3000" baseline="0">
                <a:solidFill>
                  <a:schemeClr val="bg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br>
              <a:rPr lang="es-ES" dirty="0"/>
            </a:br>
            <a:r>
              <a:rPr lang="es-ES" dirty="0"/>
              <a:t>a 2 líneas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22787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>
            <a:spLocks noGrp="1"/>
          </p:cNvSpPr>
          <p:nvPr>
            <p:ph type="title" hasCustomPrompt="1"/>
          </p:nvPr>
        </p:nvSpPr>
        <p:spPr>
          <a:xfrm>
            <a:off x="739140" y="671512"/>
            <a:ext cx="10728841" cy="38195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500">
                <a:solidFill>
                  <a:schemeClr val="tx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8" name="Marcador de contenido 2"/>
          <p:cNvSpPr>
            <a:spLocks noGrp="1"/>
          </p:cNvSpPr>
          <p:nvPr>
            <p:ph idx="1"/>
          </p:nvPr>
        </p:nvSpPr>
        <p:spPr>
          <a:xfrm>
            <a:off x="739140" y="1356361"/>
            <a:ext cx="10728960" cy="4598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Muller Regular" pitchFamily="50" charset="0"/>
              </a:defRPr>
            </a:lvl1pPr>
            <a:lvl2pPr>
              <a:defRPr>
                <a:latin typeface="Muller Regular" pitchFamily="50" charset="0"/>
              </a:defRPr>
            </a:lvl2pPr>
            <a:lvl3pPr>
              <a:defRPr>
                <a:latin typeface="Muller Regular" pitchFamily="50" charset="0"/>
              </a:defRPr>
            </a:lvl3pPr>
            <a:lvl4pPr>
              <a:defRPr>
                <a:latin typeface="Muller Regular" pitchFamily="50" charset="0"/>
              </a:defRPr>
            </a:lvl4pPr>
            <a:lvl5pPr>
              <a:defRPr>
                <a:latin typeface="Muller Regular" pitchFamily="50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15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39140" y="6215064"/>
            <a:ext cx="9925050" cy="5064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  <a:latin typeface="Muller Light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Notas</a:t>
            </a:r>
          </a:p>
          <a:p>
            <a:pPr lvl="0"/>
            <a:r>
              <a:rPr lang="es-ES" dirty="0"/>
              <a:t>Links</a:t>
            </a:r>
          </a:p>
          <a:p>
            <a:pPr lvl="0"/>
            <a:r>
              <a:rPr lang="es-ES" dirty="0"/>
              <a:t>Fuentes</a:t>
            </a:r>
          </a:p>
        </p:txBody>
      </p:sp>
    </p:spTree>
    <p:extLst>
      <p:ext uri="{BB962C8B-B14F-4D97-AF65-F5344CB8AC3E}">
        <p14:creationId xmlns:p14="http://schemas.microsoft.com/office/powerpoint/2010/main" val="2957704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ctrTitle" hasCustomPrompt="1"/>
          </p:nvPr>
        </p:nvSpPr>
        <p:spPr>
          <a:xfrm rot="16200000">
            <a:off x="-1827213" y="3141663"/>
            <a:ext cx="5521325" cy="482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000" baseline="0">
                <a:solidFill>
                  <a:schemeClr val="tx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endParaRPr lang="es-PE" dirty="0"/>
          </a:p>
        </p:txBody>
      </p:sp>
      <p:sp>
        <p:nvSpPr>
          <p:cNvPr id="10" name="Marcador de texto 3"/>
          <p:cNvSpPr>
            <a:spLocks noGrp="1"/>
          </p:cNvSpPr>
          <p:nvPr>
            <p:ph type="body" sz="half" idx="2" hasCustomPrompt="1"/>
          </p:nvPr>
        </p:nvSpPr>
        <p:spPr>
          <a:xfrm rot="16200000">
            <a:off x="-984725" y="2952909"/>
            <a:ext cx="5521324" cy="8601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chemeClr val="tx1"/>
                </a:solidFill>
                <a:latin typeface="Muller Regular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Haga clic para modificar la descripción breve</a:t>
            </a:r>
          </a:p>
        </p:txBody>
      </p:sp>
    </p:spTree>
    <p:extLst>
      <p:ext uri="{BB962C8B-B14F-4D97-AF65-F5344CB8AC3E}">
        <p14:creationId xmlns:p14="http://schemas.microsoft.com/office/powerpoint/2010/main" val="1655423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ctrTitle" hasCustomPrompt="1"/>
          </p:nvPr>
        </p:nvSpPr>
        <p:spPr>
          <a:xfrm rot="16200000">
            <a:off x="-1597818" y="2912265"/>
            <a:ext cx="5521325" cy="941391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3000" baseline="0">
                <a:solidFill>
                  <a:schemeClr val="tx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br>
              <a:rPr lang="es-ES" dirty="0"/>
            </a:br>
            <a:r>
              <a:rPr lang="es-ES" dirty="0"/>
              <a:t>a 2 líneas</a:t>
            </a:r>
            <a:endParaRPr lang="es-PE" dirty="0"/>
          </a:p>
        </p:txBody>
      </p:sp>
      <p:sp>
        <p:nvSpPr>
          <p:cNvPr id="9" name="Marcador de texto 3"/>
          <p:cNvSpPr>
            <a:spLocks noGrp="1"/>
          </p:cNvSpPr>
          <p:nvPr>
            <p:ph type="body" sz="half" idx="2" hasCustomPrompt="1"/>
          </p:nvPr>
        </p:nvSpPr>
        <p:spPr>
          <a:xfrm rot="16200000">
            <a:off x="-509745" y="2952912"/>
            <a:ext cx="5521324" cy="8601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chemeClr val="tx1"/>
                </a:solidFill>
                <a:latin typeface="Muller Regular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Haga clic para modificar la descripción breve</a:t>
            </a:r>
          </a:p>
        </p:txBody>
      </p:sp>
    </p:spTree>
    <p:extLst>
      <p:ext uri="{BB962C8B-B14F-4D97-AF65-F5344CB8AC3E}">
        <p14:creationId xmlns:p14="http://schemas.microsoft.com/office/powerpoint/2010/main" val="14990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2"/>
          <p:cNvSpPr>
            <a:spLocks noGrp="1"/>
          </p:cNvSpPr>
          <p:nvPr>
            <p:ph idx="1"/>
          </p:nvPr>
        </p:nvSpPr>
        <p:spPr>
          <a:xfrm>
            <a:off x="739140" y="1294765"/>
            <a:ext cx="5017770" cy="4660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Muller Regular" pitchFamily="50" charset="0"/>
              </a:defRPr>
            </a:lvl1pPr>
            <a:lvl2pPr>
              <a:defRPr>
                <a:solidFill>
                  <a:schemeClr val="tx1"/>
                </a:solidFill>
                <a:latin typeface="Muller Regular" pitchFamily="50" charset="0"/>
              </a:defRPr>
            </a:lvl2pPr>
            <a:lvl3pPr>
              <a:defRPr>
                <a:solidFill>
                  <a:schemeClr val="tx1"/>
                </a:solidFill>
                <a:latin typeface="Muller Regular" pitchFamily="50" charset="0"/>
              </a:defRPr>
            </a:lvl3pPr>
            <a:lvl4pPr>
              <a:defRPr>
                <a:solidFill>
                  <a:schemeClr val="tx1"/>
                </a:solidFill>
                <a:latin typeface="Muller Regular" pitchFamily="50" charset="0"/>
              </a:defRPr>
            </a:lvl4pPr>
            <a:lvl5pPr>
              <a:defRPr>
                <a:solidFill>
                  <a:schemeClr val="tx1"/>
                </a:solidFill>
                <a:latin typeface="Muller Regular" pitchFamily="50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12" name="Título 1"/>
          <p:cNvSpPr>
            <a:spLocks noGrp="1"/>
          </p:cNvSpPr>
          <p:nvPr>
            <p:ph type="title" hasCustomPrompt="1"/>
          </p:nvPr>
        </p:nvSpPr>
        <p:spPr>
          <a:xfrm>
            <a:off x="739140" y="671512"/>
            <a:ext cx="10728841" cy="38195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500">
                <a:solidFill>
                  <a:schemeClr val="tx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17" name="Marcador de contenido 2"/>
          <p:cNvSpPr>
            <a:spLocks noGrp="1"/>
          </p:cNvSpPr>
          <p:nvPr>
            <p:ph idx="11"/>
          </p:nvPr>
        </p:nvSpPr>
        <p:spPr>
          <a:xfrm>
            <a:off x="6450211" y="1294764"/>
            <a:ext cx="5017770" cy="4660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Muller Regular" pitchFamily="50" charset="0"/>
              </a:defRPr>
            </a:lvl1pPr>
            <a:lvl2pPr>
              <a:defRPr>
                <a:solidFill>
                  <a:schemeClr val="tx1"/>
                </a:solidFill>
                <a:latin typeface="Muller Regular" pitchFamily="50" charset="0"/>
              </a:defRPr>
            </a:lvl2pPr>
            <a:lvl3pPr>
              <a:defRPr>
                <a:solidFill>
                  <a:schemeClr val="tx1"/>
                </a:solidFill>
                <a:latin typeface="Muller Regular" pitchFamily="50" charset="0"/>
              </a:defRPr>
            </a:lvl3pPr>
            <a:lvl4pPr>
              <a:defRPr>
                <a:solidFill>
                  <a:schemeClr val="tx1"/>
                </a:solidFill>
                <a:latin typeface="Muller Regular" pitchFamily="50" charset="0"/>
              </a:defRPr>
            </a:lvl4pPr>
            <a:lvl5pPr>
              <a:defRPr>
                <a:solidFill>
                  <a:schemeClr val="tx1"/>
                </a:solidFill>
                <a:latin typeface="Muller Regular" pitchFamily="50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20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39140" y="6215064"/>
            <a:ext cx="9925050" cy="5064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  <a:latin typeface="Muller Light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Notas</a:t>
            </a:r>
          </a:p>
          <a:p>
            <a:pPr lvl="0"/>
            <a:r>
              <a:rPr lang="es-ES" dirty="0"/>
              <a:t>Links</a:t>
            </a:r>
          </a:p>
          <a:p>
            <a:pPr lvl="0"/>
            <a:r>
              <a:rPr lang="es-ES" dirty="0"/>
              <a:t>Fuentes</a:t>
            </a:r>
          </a:p>
        </p:txBody>
      </p:sp>
    </p:spTree>
    <p:extLst>
      <p:ext uri="{BB962C8B-B14F-4D97-AF65-F5344CB8AC3E}">
        <p14:creationId xmlns:p14="http://schemas.microsoft.com/office/powerpoint/2010/main" val="2950487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contenido 2"/>
          <p:cNvSpPr>
            <a:spLocks noGrp="1"/>
          </p:cNvSpPr>
          <p:nvPr>
            <p:ph idx="1"/>
          </p:nvPr>
        </p:nvSpPr>
        <p:spPr>
          <a:xfrm>
            <a:off x="739140" y="2055170"/>
            <a:ext cx="5017770" cy="38998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Muller Regular" pitchFamily="50" charset="0"/>
              </a:defRPr>
            </a:lvl1pPr>
            <a:lvl2pPr>
              <a:defRPr>
                <a:solidFill>
                  <a:schemeClr val="tx1"/>
                </a:solidFill>
                <a:latin typeface="Muller Regular" pitchFamily="50" charset="0"/>
              </a:defRPr>
            </a:lvl2pPr>
            <a:lvl3pPr>
              <a:defRPr>
                <a:solidFill>
                  <a:schemeClr val="tx1"/>
                </a:solidFill>
                <a:latin typeface="Muller Regular" pitchFamily="50" charset="0"/>
              </a:defRPr>
            </a:lvl3pPr>
            <a:lvl4pPr>
              <a:defRPr>
                <a:solidFill>
                  <a:schemeClr val="tx1"/>
                </a:solidFill>
                <a:latin typeface="Muller Regular" pitchFamily="50" charset="0"/>
              </a:defRPr>
            </a:lvl4pPr>
            <a:lvl5pPr>
              <a:defRPr>
                <a:solidFill>
                  <a:schemeClr val="tx1"/>
                </a:solidFill>
                <a:latin typeface="Muller Regular" pitchFamily="50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14" name="Marcador de contenido 2"/>
          <p:cNvSpPr>
            <a:spLocks noGrp="1"/>
          </p:cNvSpPr>
          <p:nvPr>
            <p:ph idx="14"/>
          </p:nvPr>
        </p:nvSpPr>
        <p:spPr>
          <a:xfrm>
            <a:off x="6450211" y="2073905"/>
            <a:ext cx="5017770" cy="38998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Muller Regular" pitchFamily="50" charset="0"/>
              </a:defRPr>
            </a:lvl1pPr>
            <a:lvl2pPr>
              <a:defRPr>
                <a:solidFill>
                  <a:schemeClr val="tx1"/>
                </a:solidFill>
                <a:latin typeface="Muller Regular" pitchFamily="50" charset="0"/>
              </a:defRPr>
            </a:lvl2pPr>
            <a:lvl3pPr>
              <a:defRPr>
                <a:solidFill>
                  <a:schemeClr val="tx1"/>
                </a:solidFill>
                <a:latin typeface="Muller Regular" pitchFamily="50" charset="0"/>
              </a:defRPr>
            </a:lvl3pPr>
            <a:lvl4pPr>
              <a:defRPr>
                <a:solidFill>
                  <a:schemeClr val="tx1"/>
                </a:solidFill>
                <a:latin typeface="Muller Regular" pitchFamily="50" charset="0"/>
              </a:defRPr>
            </a:lvl4pPr>
            <a:lvl5pPr>
              <a:defRPr>
                <a:solidFill>
                  <a:schemeClr val="tx1"/>
                </a:solidFill>
                <a:latin typeface="Muller Regular" pitchFamily="50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33" name="Marcador de texto 2"/>
          <p:cNvSpPr>
            <a:spLocks noGrp="1"/>
          </p:cNvSpPr>
          <p:nvPr>
            <p:ph type="body" idx="16"/>
          </p:nvPr>
        </p:nvSpPr>
        <p:spPr>
          <a:xfrm>
            <a:off x="739141" y="1287619"/>
            <a:ext cx="5017770" cy="5440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>
                <a:solidFill>
                  <a:schemeClr val="tx1"/>
                </a:solidFill>
                <a:latin typeface="Muller Regular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4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450211" y="1287619"/>
            <a:ext cx="5017770" cy="5440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>
                <a:solidFill>
                  <a:schemeClr val="tx1"/>
                </a:solidFill>
                <a:latin typeface="Muller Regular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5" name="Título 1"/>
          <p:cNvSpPr>
            <a:spLocks noGrp="1"/>
          </p:cNvSpPr>
          <p:nvPr>
            <p:ph type="title" hasCustomPrompt="1"/>
          </p:nvPr>
        </p:nvSpPr>
        <p:spPr>
          <a:xfrm>
            <a:off x="739140" y="671512"/>
            <a:ext cx="10728841" cy="38195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500">
                <a:solidFill>
                  <a:schemeClr val="tx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36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39140" y="6215064"/>
            <a:ext cx="9925050" cy="5064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  <a:latin typeface="Muller Light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Notas</a:t>
            </a:r>
          </a:p>
          <a:p>
            <a:pPr lvl="0"/>
            <a:r>
              <a:rPr lang="es-ES" dirty="0"/>
              <a:t>Links</a:t>
            </a:r>
          </a:p>
          <a:p>
            <a:pPr lvl="0"/>
            <a:r>
              <a:rPr lang="es-ES" dirty="0"/>
              <a:t>Fuentes</a:t>
            </a:r>
          </a:p>
        </p:txBody>
      </p:sp>
    </p:spTree>
    <p:extLst>
      <p:ext uri="{BB962C8B-B14F-4D97-AF65-F5344CB8AC3E}">
        <p14:creationId xmlns:p14="http://schemas.microsoft.com/office/powerpoint/2010/main" val="3098196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 hasCustomPrompt="1"/>
          </p:nvPr>
        </p:nvSpPr>
        <p:spPr>
          <a:xfrm>
            <a:off x="739140" y="671512"/>
            <a:ext cx="10728841" cy="38195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500">
                <a:solidFill>
                  <a:schemeClr val="tx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5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39140" y="6215064"/>
            <a:ext cx="9925050" cy="5064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  <a:latin typeface="Muller Light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Notas</a:t>
            </a:r>
          </a:p>
          <a:p>
            <a:pPr lvl="0"/>
            <a:r>
              <a:rPr lang="es-ES" dirty="0"/>
              <a:t>Links</a:t>
            </a:r>
          </a:p>
          <a:p>
            <a:pPr lvl="0"/>
            <a:r>
              <a:rPr lang="es-ES" dirty="0"/>
              <a:t>Fuentes</a:t>
            </a:r>
          </a:p>
        </p:txBody>
      </p:sp>
    </p:spTree>
    <p:extLst>
      <p:ext uri="{BB962C8B-B14F-4D97-AF65-F5344CB8AC3E}">
        <p14:creationId xmlns:p14="http://schemas.microsoft.com/office/powerpoint/2010/main" val="567617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2"/>
          <p:cNvSpPr>
            <a:spLocks noGrp="1"/>
          </p:cNvSpPr>
          <p:nvPr>
            <p:ph idx="1"/>
          </p:nvPr>
        </p:nvSpPr>
        <p:spPr>
          <a:xfrm>
            <a:off x="739140" y="2055170"/>
            <a:ext cx="5017770" cy="3899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Muller Regular" pitchFamily="50" charset="0"/>
              </a:defRPr>
            </a:lvl1pPr>
            <a:lvl2pPr>
              <a:defRPr>
                <a:latin typeface="Muller Regular" pitchFamily="50" charset="0"/>
              </a:defRPr>
            </a:lvl2pPr>
            <a:lvl3pPr>
              <a:defRPr>
                <a:latin typeface="Muller Regular" pitchFamily="50" charset="0"/>
              </a:defRPr>
            </a:lvl3pPr>
            <a:lvl4pPr>
              <a:defRPr>
                <a:latin typeface="Muller Regular" pitchFamily="50" charset="0"/>
              </a:defRPr>
            </a:lvl4pPr>
            <a:lvl5pPr>
              <a:defRPr>
                <a:latin typeface="Muller Regular" pitchFamily="50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10" name="Título 1"/>
          <p:cNvSpPr>
            <a:spLocks noGrp="1"/>
          </p:cNvSpPr>
          <p:nvPr>
            <p:ph type="title" hasCustomPrompt="1"/>
          </p:nvPr>
        </p:nvSpPr>
        <p:spPr>
          <a:xfrm>
            <a:off x="739140" y="671512"/>
            <a:ext cx="10728841" cy="38195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500">
                <a:solidFill>
                  <a:schemeClr val="tx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14" name="Marcador de contenido 2"/>
          <p:cNvSpPr>
            <a:spLocks noGrp="1"/>
          </p:cNvSpPr>
          <p:nvPr>
            <p:ph idx="11"/>
          </p:nvPr>
        </p:nvSpPr>
        <p:spPr>
          <a:xfrm>
            <a:off x="6450211" y="1294764"/>
            <a:ext cx="5017770" cy="4660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Muller Regular" pitchFamily="50" charset="0"/>
              </a:defRPr>
            </a:lvl1pPr>
            <a:lvl2pPr>
              <a:defRPr>
                <a:latin typeface="Muller Regular" pitchFamily="50" charset="0"/>
              </a:defRPr>
            </a:lvl2pPr>
            <a:lvl3pPr>
              <a:defRPr>
                <a:latin typeface="Muller Regular" pitchFamily="50" charset="0"/>
              </a:defRPr>
            </a:lvl3pPr>
            <a:lvl4pPr>
              <a:defRPr>
                <a:latin typeface="Muller Regular" pitchFamily="50" charset="0"/>
              </a:defRPr>
            </a:lvl4pPr>
            <a:lvl5pPr>
              <a:defRPr>
                <a:latin typeface="Muller Regular" pitchFamily="50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17" name="Subtítulo 2"/>
          <p:cNvSpPr>
            <a:spLocks noGrp="1"/>
          </p:cNvSpPr>
          <p:nvPr>
            <p:ph type="subTitle" idx="14"/>
          </p:nvPr>
        </p:nvSpPr>
        <p:spPr>
          <a:xfrm>
            <a:off x="739140" y="1294763"/>
            <a:ext cx="5017770" cy="53689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  <a:latin typeface="Muller Regular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 dirty="0"/>
          </a:p>
        </p:txBody>
      </p:sp>
      <p:sp>
        <p:nvSpPr>
          <p:cNvPr id="20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39140" y="6215064"/>
            <a:ext cx="9925050" cy="5064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  <a:latin typeface="Muller Light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Notas</a:t>
            </a:r>
          </a:p>
          <a:p>
            <a:pPr lvl="0"/>
            <a:r>
              <a:rPr lang="es-ES" dirty="0"/>
              <a:t>Links</a:t>
            </a:r>
          </a:p>
          <a:p>
            <a:pPr lvl="0"/>
            <a:r>
              <a:rPr lang="es-ES" dirty="0"/>
              <a:t>Fuentes</a:t>
            </a:r>
          </a:p>
        </p:txBody>
      </p:sp>
    </p:spTree>
    <p:extLst>
      <p:ext uri="{BB962C8B-B14F-4D97-AF65-F5344CB8AC3E}">
        <p14:creationId xmlns:p14="http://schemas.microsoft.com/office/powerpoint/2010/main" val="332378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2"/>
          <p:cNvSpPr>
            <a:spLocks noGrp="1"/>
          </p:cNvSpPr>
          <p:nvPr>
            <p:ph idx="13"/>
          </p:nvPr>
        </p:nvSpPr>
        <p:spPr>
          <a:xfrm>
            <a:off x="739140" y="2055170"/>
            <a:ext cx="5017770" cy="3899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Muller Regular" pitchFamily="50" charset="0"/>
              </a:defRPr>
            </a:lvl1pPr>
            <a:lvl2pPr>
              <a:defRPr>
                <a:latin typeface="Muller Regular" pitchFamily="50" charset="0"/>
              </a:defRPr>
            </a:lvl2pPr>
            <a:lvl3pPr>
              <a:defRPr>
                <a:latin typeface="Muller Regular" pitchFamily="50" charset="0"/>
              </a:defRPr>
            </a:lvl3pPr>
            <a:lvl4pPr>
              <a:defRPr>
                <a:latin typeface="Muller Regular" pitchFamily="50" charset="0"/>
              </a:defRPr>
            </a:lvl4pPr>
            <a:lvl5pPr>
              <a:defRPr>
                <a:latin typeface="Muller Regular" pitchFamily="50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11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6450211" y="1294764"/>
            <a:ext cx="5017770" cy="4660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12" name="Título 1"/>
          <p:cNvSpPr>
            <a:spLocks noGrp="1"/>
          </p:cNvSpPr>
          <p:nvPr>
            <p:ph type="title" hasCustomPrompt="1"/>
          </p:nvPr>
        </p:nvSpPr>
        <p:spPr>
          <a:xfrm>
            <a:off x="739140" y="671512"/>
            <a:ext cx="10728841" cy="38195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500">
                <a:solidFill>
                  <a:schemeClr val="tx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22" name="Subtítulo 2"/>
          <p:cNvSpPr>
            <a:spLocks noGrp="1"/>
          </p:cNvSpPr>
          <p:nvPr>
            <p:ph type="subTitle" idx="14"/>
          </p:nvPr>
        </p:nvSpPr>
        <p:spPr>
          <a:xfrm>
            <a:off x="739140" y="1294764"/>
            <a:ext cx="5017770" cy="53689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  <a:latin typeface="Muller Regular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 dirty="0"/>
          </a:p>
        </p:txBody>
      </p:sp>
      <p:sp>
        <p:nvSpPr>
          <p:cNvPr id="26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39140" y="6215064"/>
            <a:ext cx="9925050" cy="5064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  <a:latin typeface="Muller Light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Notas</a:t>
            </a:r>
          </a:p>
          <a:p>
            <a:pPr lvl="0"/>
            <a:r>
              <a:rPr lang="es-ES" dirty="0"/>
              <a:t>Links</a:t>
            </a:r>
          </a:p>
          <a:p>
            <a:pPr lvl="0"/>
            <a:r>
              <a:rPr lang="es-ES" dirty="0"/>
              <a:t>Fuentes</a:t>
            </a:r>
          </a:p>
        </p:txBody>
      </p:sp>
    </p:spTree>
    <p:extLst>
      <p:ext uri="{BB962C8B-B14F-4D97-AF65-F5344CB8AC3E}">
        <p14:creationId xmlns:p14="http://schemas.microsoft.com/office/powerpoint/2010/main" val="3174532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ctrTitle" hasCustomPrompt="1"/>
          </p:nvPr>
        </p:nvSpPr>
        <p:spPr>
          <a:xfrm>
            <a:off x="678094" y="3047742"/>
            <a:ext cx="9405706" cy="762517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6000" baseline="0">
                <a:solidFill>
                  <a:schemeClr val="bg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Gracias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77169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4672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61" r:id="rId5"/>
    <p:sldLayoutId id="2147483652" r:id="rId6"/>
    <p:sldLayoutId id="2147483653" r:id="rId7"/>
    <p:sldLayoutId id="2147483663" r:id="rId8"/>
    <p:sldLayoutId id="2147483656" r:id="rId9"/>
    <p:sldLayoutId id="2147483657" r:id="rId10"/>
    <p:sldLayoutId id="214748366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1B9B36-5BB8-4E01-9638-00C2B3F8CD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6200000">
            <a:off x="-2034139" y="2934736"/>
            <a:ext cx="5521325" cy="896453"/>
          </a:xfrm>
        </p:spPr>
        <p:txBody>
          <a:bodyPr>
            <a:normAutofit fontScale="90000"/>
          </a:bodyPr>
          <a:lstStyle/>
          <a:p>
            <a:r>
              <a:rPr lang="es-PE" dirty="0"/>
              <a:t>DE SARROLLO DE APLICACIONES PARA DISPOSITIVOS </a:t>
            </a:r>
            <a:r>
              <a:rPr lang="es-PE"/>
              <a:t>MÓVILES I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05911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E3AF71-FD0B-430A-940A-BC1BE9B1B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PE" dirty="0"/>
              <a:t>OBJETIVO DE LA SESIÓN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A1AFC6-2C6D-4A8C-9143-E5D8B2E1E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BC6B9A55-BDAB-493F-9BE8-1E1626804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140" y="2397954"/>
            <a:ext cx="5462877" cy="1742726"/>
          </a:xfrm>
        </p:spPr>
        <p:txBody>
          <a:bodyPr/>
          <a:lstStyle/>
          <a:p>
            <a:pPr algn="just"/>
            <a:r>
              <a:rPr lang="es-PE" dirty="0"/>
              <a:t>Conocer los conceptos básicos de Kotlin, y realizar ejercicios prácticos que demuestren el uso del lenguaje.</a:t>
            </a:r>
          </a:p>
          <a:p>
            <a:pPr algn="just"/>
            <a:endParaRPr lang="es-PE" dirty="0"/>
          </a:p>
        </p:txBody>
      </p:sp>
      <p:pic>
        <p:nvPicPr>
          <p:cNvPr id="6" name="Picture 2" descr="Resultado de imagen para objetivo">
            <a:extLst>
              <a:ext uri="{FF2B5EF4-FFF2-40B4-BE49-F238E27FC236}">
                <a16:creationId xmlns:a16="http://schemas.microsoft.com/office/drawing/2014/main" id="{3F98F9D9-3D35-4867-82EF-4BA6A1BD7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0670" y="1534742"/>
            <a:ext cx="4727311" cy="4199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986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E3AF71-FD0B-430A-940A-BC1BE9B1B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PE" dirty="0"/>
              <a:t>¿Qué es Kotlin?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A1AFC6-2C6D-4A8C-9143-E5D8B2E1E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BC6B9A55-BDAB-493F-9BE8-1E1626804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140" y="2397953"/>
            <a:ext cx="5462877" cy="2062093"/>
          </a:xfrm>
        </p:spPr>
        <p:txBody>
          <a:bodyPr/>
          <a:lstStyle/>
          <a:p>
            <a:pPr algn="just"/>
            <a:r>
              <a:rPr lang="es-PE" dirty="0"/>
              <a:t>Es un lenguaje de programación gratuito y de código abierto y es considerado como el lenguaje oficial para el desarrollo de aplicaciones móviles en Android por Google.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CBAB981-5863-314B-8E6C-927579F16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9449" y="1540255"/>
            <a:ext cx="3810000" cy="379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8849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E3AF71-FD0B-430A-940A-BC1BE9B1B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PE" dirty="0"/>
              <a:t>Conociendo más de Kotlin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A1AFC6-2C6D-4A8C-9143-E5D8B2E1E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BC6B9A55-BDAB-493F-9BE8-1E1626804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139" y="1414733"/>
            <a:ext cx="6304599" cy="4382218"/>
          </a:xfrm>
        </p:spPr>
        <p:txBody>
          <a:bodyPr/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s-PE" dirty="0"/>
              <a:t>Creado por JetBrains con aportes de Google.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s-PE" dirty="0"/>
              <a:t>Fue anunciado en el 2011 y publicado por primera vez a inicios del 2012.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s-PE" dirty="0"/>
              <a:t>Es compatible con la máquina virtual de JAVA.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dirty="0"/>
              <a:t>Kotlin también se puede utilizar para el desarrollo web, nativo para dispositivos </a:t>
            </a:r>
            <a:r>
              <a:rPr lang="es-PE" b="1" dirty="0"/>
              <a:t>móviles Android y además multiplataforma.</a:t>
            </a:r>
            <a:endParaRPr lang="es-PE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BB12BC0-9D2E-914B-B84B-BA31F40ABC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26" r="9648"/>
          <a:stretch/>
        </p:blipFill>
        <p:spPr bwMode="auto">
          <a:xfrm>
            <a:off x="7043738" y="2106177"/>
            <a:ext cx="4548535" cy="2999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5576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E3AF71-FD0B-430A-940A-BC1BE9B1B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PE" dirty="0"/>
              <a:t>Características de Kotlin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A1AFC6-2C6D-4A8C-9143-E5D8B2E1E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BC6B9A55-BDAB-493F-9BE8-1E1626804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140" y="2760453"/>
            <a:ext cx="5920452" cy="2191109"/>
          </a:xfrm>
        </p:spPr>
        <p:txBody>
          <a:bodyPr/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s-PE" dirty="0"/>
              <a:t>Expresivo y conciso.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s-PE" dirty="0"/>
              <a:t>Código más seguro.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s-PE" dirty="0"/>
              <a:t>Interoperabilidad.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s-PE" dirty="0"/>
              <a:t>Simultaneidad Estructurada.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es-PE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EF2FC93-DB0F-B544-9B5D-EE4F6B50A5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10" t="1676" r="29245" b="1533"/>
          <a:stretch/>
        </p:blipFill>
        <p:spPr bwMode="auto">
          <a:xfrm>
            <a:off x="7211605" y="1427671"/>
            <a:ext cx="3452585" cy="4002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98C4441F-3204-744A-88ED-99A46078E9EA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533134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E3AF71-FD0B-430A-940A-BC1BE9B1B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PE" dirty="0"/>
              <a:t>IDE’s para Kotlin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A1AFC6-2C6D-4A8C-9143-E5D8B2E1E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C4441F-3204-744A-88ED-99A46078E9EA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dirty="0"/>
              <a:t> </a:t>
            </a:r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D4564803-3A9B-6D4E-B762-D34B9AA0B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6070" y="1355605"/>
            <a:ext cx="2645162" cy="2645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Resumen de noticias de SD Times: lanzamiento de Android Studio 4.2, dotData  Py Lite y ThoughtSpot Everywhere - Última Tecnologia">
            <a:extLst>
              <a:ext uri="{FF2B5EF4-FFF2-40B4-BE49-F238E27FC236}">
                <a16:creationId xmlns:a16="http://schemas.microsoft.com/office/drawing/2014/main" id="{770FBD1D-ACBB-594F-8C13-A138A4F83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" y="1355605"/>
            <a:ext cx="4146790" cy="4146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9C6F31A5-6776-6943-844D-4DF4452D7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8864" y="4361007"/>
            <a:ext cx="5676111" cy="133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5285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E3AF71-FD0B-430A-940A-BC1BE9B1B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PE" dirty="0"/>
              <a:t>Sintaxis Kotlin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A1AFC6-2C6D-4A8C-9143-E5D8B2E1E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C4441F-3204-744A-88ED-99A46078E9EA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dirty="0"/>
              <a:t> 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07D9696-F37F-C243-A3B1-110B6C95C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137" y="1403776"/>
            <a:ext cx="8003873" cy="4502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1238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E3AF71-FD0B-430A-940A-BC1BE9B1B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PE" dirty="0"/>
              <a:t>Tipos de datos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A1AFC6-2C6D-4A8C-9143-E5D8B2E1E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BC6B9A55-BDAB-493F-9BE8-1E1626804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742" y="2319927"/>
            <a:ext cx="5920452" cy="2669876"/>
          </a:xfrm>
        </p:spPr>
        <p:txBody>
          <a:bodyPr/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s-PE" dirty="0"/>
              <a:t>String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s-PE" dirty="0"/>
              <a:t>Int - 32 bits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s-PE" dirty="0"/>
              <a:t>Float - 32 bits.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s-PE" dirty="0"/>
              <a:t>Double - 64 bits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s-PE" dirty="0"/>
              <a:t>Boolean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C4441F-3204-744A-88ED-99A46078E9EA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dirty="0"/>
              <a:t> 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6562B6D-D7F6-A24A-997E-DC40EF3CC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292" y="1319692"/>
            <a:ext cx="6763808" cy="474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9382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E3AF71-FD0B-430A-940A-BC1BE9B1B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PE" dirty="0"/>
              <a:t>Controles de Flujo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A1AFC6-2C6D-4A8C-9143-E5D8B2E1E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BC6B9A55-BDAB-493F-9BE8-1E1626804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742" y="2319927"/>
            <a:ext cx="5920452" cy="2669876"/>
          </a:xfrm>
        </p:spPr>
        <p:txBody>
          <a:bodyPr/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s-PE" dirty="0"/>
              <a:t>Condicional IF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s-PE" dirty="0"/>
              <a:t>Condicional WHEN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s-PE" dirty="0"/>
              <a:t>Bucles repetitivos:</a:t>
            </a:r>
          </a:p>
          <a:p>
            <a:pPr lvl="1" fontAlgn="base"/>
            <a:r>
              <a:rPr lang="es-PE" dirty="0"/>
              <a:t>FOR</a:t>
            </a:r>
          </a:p>
          <a:p>
            <a:pPr lvl="1" fontAlgn="base"/>
            <a:r>
              <a:rPr lang="es-PE" dirty="0"/>
              <a:t>WHILE</a:t>
            </a:r>
          </a:p>
          <a:p>
            <a:pPr lvl="1" fontAlgn="base"/>
            <a:r>
              <a:rPr lang="es-PE" dirty="0"/>
              <a:t>DO - WHILE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C4441F-3204-744A-88ED-99A46078E9EA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dirty="0"/>
              <a:t> 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6562B6D-D7F6-A24A-997E-DC40EF3CC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292" y="1319692"/>
            <a:ext cx="6763808" cy="474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4881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E3AF71-FD0B-430A-940A-BC1BE9B1B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PE" dirty="0"/>
              <a:t>Programación Orientada a Objetos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A1AFC6-2C6D-4A8C-9143-E5D8B2E1E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BC6B9A55-BDAB-493F-9BE8-1E1626804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140" y="2712029"/>
            <a:ext cx="4107062" cy="1958775"/>
          </a:xfrm>
        </p:spPr>
        <p:txBody>
          <a:bodyPr/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s-PE" dirty="0"/>
              <a:t>Clases, constructores y propiedades.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s-PE" dirty="0"/>
              <a:t>Interfaces.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s-PE" dirty="0"/>
              <a:t>Data Classes.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C4441F-3204-744A-88ED-99A46078E9EA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dirty="0"/>
              <a:t> 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6562B6D-D7F6-A24A-997E-DC40EF3CC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292" y="1319692"/>
            <a:ext cx="6763808" cy="474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4025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E3AF71-FD0B-430A-940A-BC1BE9B1B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PE" dirty="0"/>
              <a:t>Programación Orientada a Objetos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A1AFC6-2C6D-4A8C-9143-E5D8B2E1E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BC6B9A55-BDAB-493F-9BE8-1E1626804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140" y="2662718"/>
            <a:ext cx="4447223" cy="2057398"/>
          </a:xfrm>
        </p:spPr>
        <p:txBody>
          <a:bodyPr/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s-PE" sz="2400" dirty="0"/>
              <a:t>Clases:</a:t>
            </a:r>
          </a:p>
          <a:p>
            <a:pPr fontAlgn="base"/>
            <a:r>
              <a:rPr lang="es-PE" sz="2400" dirty="0"/>
              <a:t>Una clase es la unidad básica de la programación que contiene propiedades y funciones, además se puede aplicar herencia.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es-PE" sz="240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C4441F-3204-744A-88ED-99A46078E9EA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dirty="0"/>
              <a:t> 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6562B6D-D7F6-A24A-997E-DC40EF3CC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292" y="1319692"/>
            <a:ext cx="6763808" cy="474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131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E3AF71-FD0B-430A-940A-BC1BE9B1B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PE" dirty="0"/>
              <a:t>Programación Orientada a Objetos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A1AFC6-2C6D-4A8C-9143-E5D8B2E1E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BC6B9A55-BDAB-493F-9BE8-1E1626804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140" y="2791306"/>
            <a:ext cx="4447223" cy="2057398"/>
          </a:xfrm>
        </p:spPr>
        <p:txBody>
          <a:bodyPr/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s-PE" sz="2400" dirty="0"/>
              <a:t>Interfaces.</a:t>
            </a:r>
          </a:p>
          <a:p>
            <a:pPr fontAlgn="base"/>
            <a:r>
              <a:rPr lang="es-PE" sz="2400" dirty="0"/>
              <a:t>Contiene la definición de métodos que pueden ser implementados en una clase.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C4441F-3204-744A-88ED-99A46078E9EA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dirty="0"/>
              <a:t> 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6562B6D-D7F6-A24A-997E-DC40EF3CC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292" y="1319692"/>
            <a:ext cx="6763808" cy="474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0036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E3AF71-FD0B-430A-940A-BC1BE9B1B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PE" dirty="0"/>
              <a:t>Programación Orientada a Objetos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A1AFC6-2C6D-4A8C-9143-E5D8B2E1E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BC6B9A55-BDAB-493F-9BE8-1E1626804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140" y="2791306"/>
            <a:ext cx="4447223" cy="2057398"/>
          </a:xfrm>
        </p:spPr>
        <p:txBody>
          <a:bodyPr/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s-PE" sz="2400" dirty="0"/>
              <a:t>Data Classes</a:t>
            </a:r>
          </a:p>
          <a:p>
            <a:pPr fontAlgn="base"/>
            <a:r>
              <a:rPr lang="es-PE" sz="2400" dirty="0"/>
              <a:t>Se pueden definir atributos, además contienen funciones específicas (equals, copy, tostring)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C4441F-3204-744A-88ED-99A46078E9EA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dirty="0"/>
              <a:t> 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6562B6D-D7F6-A24A-997E-DC40EF3CC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292" y="1319692"/>
            <a:ext cx="6763808" cy="474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6158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B7EA9E-6F92-42B3-A983-4AD41EAAE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PE" dirty="0"/>
              <a:t>CONCLUSIONES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FD6C5CF-5972-4D26-B101-7B0828FABCF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Picture 2" descr="Resultado de imagen para brainstorming">
            <a:extLst>
              <a:ext uri="{FF2B5EF4-FFF2-40B4-BE49-F238E27FC236}">
                <a16:creationId xmlns:a16="http://schemas.microsoft.com/office/drawing/2014/main" id="{2DED311C-F230-413B-9DE5-9457D9EFD85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21"/>
          <a:stretch/>
        </p:blipFill>
        <p:spPr bwMode="auto">
          <a:xfrm>
            <a:off x="739140" y="1737456"/>
            <a:ext cx="10672998" cy="3748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8000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774B2-9B8E-46AD-AC9A-D0DCCFD32B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2209457933"/>
      </p:ext>
    </p:extLst>
  </p:cSld>
  <p:clrMapOvr>
    <a:masterClrMapping/>
  </p:clrMapOvr>
</p:sld>
</file>

<file path=ppt/theme/theme1.xml><?xml version="1.0" encoding="utf-8"?>
<a:theme xmlns:a="http://schemas.openxmlformats.org/drawingml/2006/main" name="computac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mputacion" id="{706AB4F1-172C-422D-8B07-7C7A96067946}" vid="{9F549561-CE1C-4C11-838A-B6AE7FD159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tema_computacioneinformatica</Template>
  <TotalTime>1255</TotalTime>
  <Words>266</Words>
  <Application>Microsoft Office PowerPoint</Application>
  <PresentationFormat>Panorámica</PresentationFormat>
  <Paragraphs>54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Muller Light</vt:lpstr>
      <vt:lpstr>Muller Regular</vt:lpstr>
      <vt:lpstr>Stag Book</vt:lpstr>
      <vt:lpstr>computacion</vt:lpstr>
      <vt:lpstr>DE SARROLLO DE APLICACIONES PARA DISPOSITIVOS MÓVILES I</vt:lpstr>
      <vt:lpstr>OBJETIVO DE LA SESIÓN</vt:lpstr>
      <vt:lpstr>¿Qué es Kotlin?</vt:lpstr>
      <vt:lpstr>Conociendo más de Kotlin</vt:lpstr>
      <vt:lpstr>Características de Kotlin</vt:lpstr>
      <vt:lpstr>IDE’s para Kotlin</vt:lpstr>
      <vt:lpstr>Sintaxis Kotlin</vt:lpstr>
      <vt:lpstr>Tipos de datos</vt:lpstr>
      <vt:lpstr>Controles de Flujo</vt:lpstr>
      <vt:lpstr>Programación Orientada a Objetos</vt:lpstr>
      <vt:lpstr>Programación Orientada a Objetos</vt:lpstr>
      <vt:lpstr>Programación Orientada a Objetos</vt:lpstr>
      <vt:lpstr>Programación Orientada a Objetos</vt:lpstr>
      <vt:lpstr>CONCLUSIONES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Angel Salvatierra Aquino</dc:creator>
  <cp:lastModifiedBy>Luis Angel  Salvatierra Aquino</cp:lastModifiedBy>
  <cp:revision>89</cp:revision>
  <dcterms:created xsi:type="dcterms:W3CDTF">2020-04-06T17:43:09Z</dcterms:created>
  <dcterms:modified xsi:type="dcterms:W3CDTF">2026-01-15T01:21:22Z</dcterms:modified>
</cp:coreProperties>
</file>
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9F95E-7735-3774-9B64-19BEFE1F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08AF12-B913-1D5D-E3CC-58A502D2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D3F6A-085F-D197-8984-57903CEC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71FA79-B1CA-4EA5-4649-20BCB512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2CC2C5-9412-BA3D-FD04-897485229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606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355D5-46E6-F37F-9648-6F9E9E50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EF2302-2A04-0160-ED8C-512670CD6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836D5D-1E41-432C-47B7-D29D6DDD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96C842-5501-98D1-4D00-71DA67CC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AD710F-CD7E-63D9-DEAF-04EC81E4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744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E5EFE-148D-8F90-F085-4D31B8559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79E17D-288A-EBB1-05C6-380253C94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1E21F9-A70C-E360-8C73-D280C30A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F8A74F-A0E0-CADE-BF90-62E53719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98F7AB-94CD-3BFC-A635-E8CCDFAB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24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2D2D2-D227-0254-93E1-D7D161785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11B71F-E36B-7DDC-D656-604FF1BC7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5E519A-DAD9-D018-B1D9-D0EF53650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D60F30-225B-E09E-255B-9E19D99D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0C1C3D-0698-DBC9-4DC4-4FA7FCB45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5E76DA-A6D4-3FF3-B324-097D6643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436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C26B1-4809-2CC9-AB73-CD875406D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9AE4A2-35D9-C117-B899-E7807C4E4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51C2FA-2ABF-BDDB-CEB3-10958D875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2A8383-541C-D934-9C86-5A5BA926E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904D4E0-2C9D-5612-0676-5EC753426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925115-F945-CD73-BD83-067E7121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BD3F8D-966B-92CB-5A19-813E9865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F706864-06AB-F443-693E-10209871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465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3EDBC-C428-7138-1E56-AD6088F92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DCAD2B-1951-DB9C-1CC5-59E2AB254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EADFA-864C-8B6D-2349-1E9AB27D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1A1A87-186F-8522-B7F6-C5BC58D5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9156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F1CCC5C-11EF-2E75-D606-3FAA0F61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3EDADA-9BC7-E443-0B9F-861DCA12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B6D838-F24F-65B1-2A72-BF820C1C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4310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A00CF-EE0D-989A-AEA5-1AD65BD77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75C822-419E-8F6B-A126-08FBA33D8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0C2311-76C2-6823-B260-D1DD54505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7771AF-B3E1-99B5-6475-DB7F6CCF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826C61-0161-2027-5759-7AF870F3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DA9577-B4B5-608F-47C2-C29B5BE1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653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4F16B-7196-ADDF-7BB4-4FF7B4D44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87D515E-9538-180A-3DB3-5E44452FF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FC8D13-8863-85CE-D70C-4D4DCD014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E44EFB-EB89-A921-AD7A-187FEA13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4AE564-B2A0-08ED-2269-EACE45FE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2EFB3-AD7C-C5FA-A4D6-F98B3298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4898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FB4FB-AA42-CCB3-18C0-FE37AB9B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36D804-1DE7-918F-7110-338B15002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B482D0-F243-2820-8255-0237BC21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6A4D9-3E41-B89E-9140-7D050413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F3102-07E4-5EF0-4855-F950B720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964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B3ED7D-F164-F20C-7D10-659BCF54C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03DB44-E3D9-BD8D-9798-7396FC64D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B2CFA6-AD46-9610-6D91-D6593E68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BDFB27-AD2E-FF9D-8B6F-3C0D4D88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DA394F-4421-C534-A450-B750059D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347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32B5CE-0943-7342-DE23-1AD49478C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DAE207-3A4F-CA58-0DBE-B8F38F69F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26935-2422-838E-245A-B1DA22F75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AABB5-4BF3-47ED-AA02-164E80AB0808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3904B2-1836-E6D4-D28A-ABA06DC44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CFCA92-C122-B606-4718-600F55A9D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9A89B-7D14-47C4-B807-FDBF931479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553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8928EF7-8C8D-ABE5-85E8-E42C9B6E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98" y="0"/>
            <a:ext cx="83888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82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7B79B5-56CF-E938-272A-05A48EA5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616" y="0"/>
            <a:ext cx="8724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7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A3045E-912B-8876-5DE2-6B96D087F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03" y="0"/>
            <a:ext cx="79889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8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166511-B138-BDA6-D8F5-28BE006F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376" y="0"/>
            <a:ext cx="8695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0CF31C-89FA-6146-FE54-4BD75D3AE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41" y="0"/>
            <a:ext cx="10130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6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DEE139D-27CE-92DE-5AE0-3CEFE304E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74" y="0"/>
            <a:ext cx="9009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4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Kenshin Himura</dc:creator>
  <cp:lastModifiedBy>Kenshin Himura</cp:lastModifiedBy>
  <cp:revision>1</cp:revision>
  <dcterms:created xsi:type="dcterms:W3CDTF">2026-04-21T00:53:36Z</dcterms:created>
  <dcterms:modified xsi:type="dcterms:W3CDTF">2026-04-21T00:57:36Z</dcterms:modified>
</cp:coreProperties>
</file>